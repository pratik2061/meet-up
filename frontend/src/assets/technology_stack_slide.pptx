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 across the platform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80360" y="128016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Next.js, React, Tailwind CSS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50492"/>
            <a:ext cx="11247120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504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80360" y="165049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Motion, Lucide React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0208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02082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React Query, Axios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91156"/>
            <a:ext cx="11247120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9115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391156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TypeScript, Express.js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27614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276148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131820"/>
            <a:ext cx="11247120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318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NLP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313182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spaCy, Whisper, Google Speech-to-Text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3502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80360" y="35021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LLM API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872484"/>
            <a:ext cx="11247120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724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387248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/ Mongoose, PostgreSQL / Supabase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42428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80360" y="4242816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Redis, BullMQ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613148"/>
            <a:ext cx="11247120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6131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storage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880360" y="461314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49834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80360" y="498348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gTTS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5353812"/>
            <a:ext cx="11247120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3538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80360" y="535381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Pytest, API testing, Swagger/OpenAPI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5800" y="57241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880360" y="572414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Docker Compose, Nginx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2026-08-09T17:01:56Z</dcterms:created>
  <dcterms:modified xsi:type="dcterms:W3CDTF">2026-08-09T17:01:56Z</dcterms:modified>
</cp:coreProperties>
</file>